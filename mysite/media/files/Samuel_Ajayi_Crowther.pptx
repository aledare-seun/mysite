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6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8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2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9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9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7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3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0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0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7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5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276E1-576E-4974-8C16-35554F4A3550}" type="datetimeFigureOut">
              <a:rPr lang="en-US" smtClean="0"/>
              <a:t>19-Oct-25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6E0F3-2689-416E-8321-0F9AFA57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54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47342" y="-119658"/>
            <a:ext cx="7097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9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647" y="-2490342"/>
            <a:ext cx="6860998" cy="11835685"/>
          </a:xfrm>
        </p:spPr>
      </p:pic>
    </p:spTree>
    <p:extLst>
      <p:ext uri="{BB962C8B-B14F-4D97-AF65-F5344CB8AC3E}">
        <p14:creationId xmlns:p14="http://schemas.microsoft.com/office/powerpoint/2010/main" val="355365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0761" y="-1690152"/>
            <a:ext cx="6870477" cy="10225827"/>
          </a:xfrm>
        </p:spPr>
      </p:pic>
    </p:spTree>
    <p:extLst>
      <p:ext uri="{BB962C8B-B14F-4D97-AF65-F5344CB8AC3E}">
        <p14:creationId xmlns:p14="http://schemas.microsoft.com/office/powerpoint/2010/main" val="17756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716264" y="-1878064"/>
            <a:ext cx="6868942" cy="10625070"/>
          </a:xfrm>
        </p:spPr>
      </p:pic>
    </p:spTree>
    <p:extLst>
      <p:ext uri="{BB962C8B-B14F-4D97-AF65-F5344CB8AC3E}">
        <p14:creationId xmlns:p14="http://schemas.microsoft.com/office/powerpoint/2010/main" val="281645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267" y="-1716377"/>
            <a:ext cx="6857465" cy="10290220"/>
          </a:xfrm>
        </p:spPr>
      </p:pic>
    </p:spTree>
    <p:extLst>
      <p:ext uri="{BB962C8B-B14F-4D97-AF65-F5344CB8AC3E}">
        <p14:creationId xmlns:p14="http://schemas.microsoft.com/office/powerpoint/2010/main" val="399663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3640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58182" y="-1750686"/>
            <a:ext cx="6875636" cy="10341736"/>
          </a:xfrm>
        </p:spPr>
      </p:pic>
    </p:spTree>
    <p:extLst>
      <p:ext uri="{BB962C8B-B14F-4D97-AF65-F5344CB8AC3E}">
        <p14:creationId xmlns:p14="http://schemas.microsoft.com/office/powerpoint/2010/main" val="108094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6900" y="-1645376"/>
            <a:ext cx="6858200" cy="10148552"/>
          </a:xfrm>
        </p:spPr>
      </p:pic>
    </p:spTree>
    <p:extLst>
      <p:ext uri="{BB962C8B-B14F-4D97-AF65-F5344CB8AC3E}">
        <p14:creationId xmlns:p14="http://schemas.microsoft.com/office/powerpoint/2010/main" val="385173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5702" y="-1285965"/>
            <a:ext cx="6860595" cy="9427335"/>
          </a:xfrm>
        </p:spPr>
      </p:pic>
    </p:spTree>
    <p:extLst>
      <p:ext uri="{BB962C8B-B14F-4D97-AF65-F5344CB8AC3E}">
        <p14:creationId xmlns:p14="http://schemas.microsoft.com/office/powerpoint/2010/main" val="351855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3054" y="-1377313"/>
            <a:ext cx="6865892" cy="9620518"/>
          </a:xfrm>
        </p:spPr>
      </p:pic>
    </p:spTree>
    <p:extLst>
      <p:ext uri="{BB962C8B-B14F-4D97-AF65-F5344CB8AC3E}">
        <p14:creationId xmlns:p14="http://schemas.microsoft.com/office/powerpoint/2010/main" val="272308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6699" y="-1979825"/>
            <a:ext cx="6858603" cy="10818254"/>
          </a:xfrm>
        </p:spPr>
      </p:pic>
    </p:spTree>
    <p:extLst>
      <p:ext uri="{BB962C8B-B14F-4D97-AF65-F5344CB8AC3E}">
        <p14:creationId xmlns:p14="http://schemas.microsoft.com/office/powerpoint/2010/main" val="92486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5702" y="-1285965"/>
            <a:ext cx="6860595" cy="9427335"/>
          </a:xfrm>
        </p:spPr>
      </p:pic>
    </p:spTree>
    <p:extLst>
      <p:ext uri="{BB962C8B-B14F-4D97-AF65-F5344CB8AC3E}">
        <p14:creationId xmlns:p14="http://schemas.microsoft.com/office/powerpoint/2010/main" val="75876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58971" y="-1653306"/>
            <a:ext cx="6874058" cy="10148553"/>
          </a:xfrm>
        </p:spPr>
      </p:pic>
    </p:spTree>
    <p:extLst>
      <p:ext uri="{BB962C8B-B14F-4D97-AF65-F5344CB8AC3E}">
        <p14:creationId xmlns:p14="http://schemas.microsoft.com/office/powerpoint/2010/main" val="396028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4344" y="-2132018"/>
            <a:ext cx="6863311" cy="11127347"/>
          </a:xfrm>
        </p:spPr>
      </p:pic>
    </p:spTree>
    <p:extLst>
      <p:ext uri="{BB962C8B-B14F-4D97-AF65-F5344CB8AC3E}">
        <p14:creationId xmlns:p14="http://schemas.microsoft.com/office/powerpoint/2010/main" val="181566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1083" y="-2192106"/>
            <a:ext cx="6869833" cy="11230378"/>
          </a:xfrm>
        </p:spPr>
      </p:pic>
    </p:spTree>
    <p:extLst>
      <p:ext uri="{BB962C8B-B14F-4D97-AF65-F5344CB8AC3E}">
        <p14:creationId xmlns:p14="http://schemas.microsoft.com/office/powerpoint/2010/main" val="196186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1062" y="-1841179"/>
            <a:ext cx="6876317" cy="10522040"/>
          </a:xfrm>
        </p:spPr>
      </p:pic>
    </p:spTree>
    <p:extLst>
      <p:ext uri="{BB962C8B-B14F-4D97-AF65-F5344CB8AC3E}">
        <p14:creationId xmlns:p14="http://schemas.microsoft.com/office/powerpoint/2010/main" val="160669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3740" y="-1358682"/>
            <a:ext cx="6864519" cy="9581883"/>
          </a:xfrm>
        </p:spPr>
      </p:pic>
    </p:spTree>
    <p:extLst>
      <p:ext uri="{BB962C8B-B14F-4D97-AF65-F5344CB8AC3E}">
        <p14:creationId xmlns:p14="http://schemas.microsoft.com/office/powerpoint/2010/main" val="298444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84250" y="-2249433"/>
            <a:ext cx="6861064" cy="11353801"/>
          </a:xfrm>
        </p:spPr>
      </p:pic>
    </p:spTree>
    <p:extLst>
      <p:ext uri="{BB962C8B-B14F-4D97-AF65-F5344CB8AC3E}">
        <p14:creationId xmlns:p14="http://schemas.microsoft.com/office/powerpoint/2010/main" val="274484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2075" y="-1457018"/>
            <a:ext cx="6867850" cy="9762186"/>
          </a:xfrm>
        </p:spPr>
      </p:pic>
    </p:spTree>
    <p:extLst>
      <p:ext uri="{BB962C8B-B14F-4D97-AF65-F5344CB8AC3E}">
        <p14:creationId xmlns:p14="http://schemas.microsoft.com/office/powerpoint/2010/main" val="24070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58831" y="-1820630"/>
            <a:ext cx="6867901" cy="10509162"/>
          </a:xfrm>
        </p:spPr>
      </p:pic>
    </p:spTree>
    <p:extLst>
      <p:ext uri="{BB962C8B-B14F-4D97-AF65-F5344CB8AC3E}">
        <p14:creationId xmlns:p14="http://schemas.microsoft.com/office/powerpoint/2010/main" val="426492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57059" y="-1838741"/>
            <a:ext cx="6884321" cy="10509161"/>
          </a:xfrm>
        </p:spPr>
      </p:pic>
    </p:spTree>
    <p:extLst>
      <p:ext uri="{BB962C8B-B14F-4D97-AF65-F5344CB8AC3E}">
        <p14:creationId xmlns:p14="http://schemas.microsoft.com/office/powerpoint/2010/main" val="83640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96462" y="-2121799"/>
            <a:ext cx="6875755" cy="11119354"/>
          </a:xfrm>
        </p:spPr>
      </p:pic>
    </p:spTree>
    <p:extLst>
      <p:ext uri="{BB962C8B-B14F-4D97-AF65-F5344CB8AC3E}">
        <p14:creationId xmlns:p14="http://schemas.microsoft.com/office/powerpoint/2010/main" val="112820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3" y="1310470"/>
            <a:ext cx="10515600" cy="290092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9900" dirty="0" smtClean="0"/>
              <a:t>THE END</a:t>
            </a:r>
            <a:endParaRPr lang="en-US" sz="19900" dirty="0"/>
          </a:p>
        </p:txBody>
      </p:sp>
    </p:spTree>
    <p:extLst>
      <p:ext uri="{BB962C8B-B14F-4D97-AF65-F5344CB8AC3E}">
        <p14:creationId xmlns:p14="http://schemas.microsoft.com/office/powerpoint/2010/main" val="181005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</Words>
  <Application>Microsoft Office PowerPoint</Application>
  <PresentationFormat>Widescreen</PresentationFormat>
  <Paragraphs>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2025-10-19T11:24:41Z</dcterms:created>
  <dcterms:modified xsi:type="dcterms:W3CDTF">2025-10-19T11:43:24Z</dcterms:modified>
</cp:coreProperties>
</file>